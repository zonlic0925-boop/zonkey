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slideMaster+xml"/>
  <Override PartName="/ppt/slideLayouts/slideLayout1.xml" ContentType="application/vnd.openxmlformats-officedocument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
  <Relationship Id="rId6" Type="http://schemas.openxmlformats.org/officeDocument/2006/relationships/theme" Target="theme/them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Title"/>
          <p:cNvSpPr txBox="1"/>
          <p:nvPr/>
        </p:nvSpPr>
        <p:spPr>
          <a:xfrm>
            <a:off x="731520" y="2286000"/>
            <a:ext cx="10728960" cy="164592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/>
            <a:r>
              <a:rPr lang="zh-CN" altLang="en-US" sz="4000" b="1" dirty="0">
                <a:solidFill>
                  <a:srgbClr val="1A1A1A"/>
                </a:solidFill>
              </a:rPr>
              <a:t>ZonScale 测试（产品发布）</a:t>
            </a:r>
          </a:p>
        </p:txBody>
      </p:sp>
      <p:sp>
        <p:nvSpPr>
          <p:cNvPr id="3" name="DeckSubtitle"/>
          <p:cNvSpPr txBox="1"/>
          <p:nvPr/>
        </p:nvSpPr>
        <p:spPr>
          <a:xfrm>
            <a:off x="731520" y="4206240"/>
            <a:ext cx="10728960" cy="7315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1600" b="0" dirty="0">
                <a:solidFill>
                  <a:srgbClr val="5A6B7B"/>
                </a:solidFill>
              </a:rPr>
              <a:t>ZonScale 测试</a:t>
            </a:r>
          </a:p>
        </p:txBody>
      </p:sp>
      <p:sp>
        <p:nvSpPr>
          <p:cNvPr id="4" name="AccentBar"/>
          <p:cNvSpPr/>
          <p:nvPr/>
        </p:nvSpPr>
        <p:spPr>
          <a:xfrm>
            <a:off x="548640" y="457200"/>
            <a:ext cx="822960" cy="50292"/>
          </a:xfrm>
          <a:prstGeom prst="rect">
            <a:avLst/>
          </a:prstGeom>
          <a:solidFill>
            <a:srgbClr val="2E6FA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"/>
          <p:cNvSpPr txBox="1"/>
          <p:nvPr/>
        </p:nvSpPr>
        <p:spPr>
          <a:xfrm>
            <a:off x="548640" y="41148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</a:rPr>
              <a:t>目录</a:t>
            </a:r>
          </a:p>
        </p:txBody>
      </p:sp>
      <p:sp>
        <p:nvSpPr>
          <p:cNvPr id="3" name="SlideBody"/>
          <p:cNvSpPr txBox="1"/>
          <p:nvPr/>
        </p:nvSpPr>
        <p:spPr>
          <a:xfrm>
            <a:off x="822960" y="1600200"/>
            <a:ext cx="10546080" cy="47091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1800" b="0" dirty="0">
                <a:solidFill>
                  <a:srgbClr val="1A1A1A"/>
                </a:solidFill>
              </a:rPr>
              <a:t>•  背景与现状</a:t>
            </a:r>
          </a:p>
          <a:p>
            <a:pPr algn="l"/>
            <a:r>
              <a:rPr lang="zh-CN" altLang="en-US" sz="1800" b="0" dirty="0">
                <a:solidFill>
                  <a:srgbClr val="5A6B7B"/>
                </a:solidFill>
              </a:rPr>
              <a:t>•  核心问题与洞察</a:t>
            </a:r>
          </a:p>
          <a:p>
            <a:pPr algn="l"/>
            <a:r>
              <a:rPr lang="zh-CN" altLang="en-US" sz="1800" b="0" dirty="0">
                <a:solidFill>
                  <a:srgbClr val="5A6B7B"/>
                </a:solidFill>
              </a:rPr>
              <a:t>•  方案与计划</a:t>
            </a:r>
          </a:p>
        </p:txBody>
      </p:sp>
      <p:sp>
        <p:nvSpPr>
          <p:cNvPr id="4" name="AccentBar"/>
          <p:cNvSpPr/>
          <p:nvPr/>
        </p:nvSpPr>
        <p:spPr>
          <a:xfrm>
            <a:off x="548640" y="457200"/>
            <a:ext cx="822960" cy="50292"/>
          </a:xfrm>
          <a:prstGeom prst="rect">
            <a:avLst/>
          </a:prstGeom>
          <a:solidFill>
            <a:srgbClr val="2E6FA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"/>
          <p:cNvSpPr txBox="1"/>
          <p:nvPr/>
        </p:nvSpPr>
        <p:spPr>
          <a:xfrm>
            <a:off x="548640" y="41148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</a:rPr>
              <a:t>问题：ZonScale 测试 面临的挑战</a:t>
            </a:r>
          </a:p>
        </p:txBody>
      </p:sp>
      <p:sp>
        <p:nvSpPr>
          <p:cNvPr id="3" name="SlideBody"/>
          <p:cNvSpPr txBox="1"/>
          <p:nvPr/>
        </p:nvSpPr>
        <p:spPr>
          <a:xfrm>
            <a:off x="822960" y="1600200"/>
            <a:ext cx="10546080" cy="47091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1800" b="0" dirty="0">
                <a:solidFill>
                  <a:srgbClr val="1A1A1A"/>
                </a:solidFill>
              </a:rPr>
              <a:t>•  现状与目标之间的差距</a:t>
            </a:r>
          </a:p>
          <a:p>
            <a:pPr algn="l"/>
            <a:r>
              <a:rPr lang="zh-CN" altLang="en-US" sz="1800" b="0" dirty="0">
                <a:solidFill>
                  <a:srgbClr val="5A6B7B"/>
                </a:solidFill>
              </a:rPr>
              <a:t>•  问题的影响面与紧迫性</a:t>
            </a:r>
          </a:p>
          <a:p>
            <a:pPr algn="l"/>
            <a:r>
              <a:rPr lang="zh-CN" altLang="en-US" sz="1800" b="0" dirty="0">
                <a:solidFill>
                  <a:srgbClr val="5A6B7B"/>
                </a:solidFill>
              </a:rPr>
              <a:t>•  为什么现在必须解决</a:t>
            </a:r>
          </a:p>
        </p:txBody>
      </p:sp>
      <p:sp>
        <p:nvSpPr>
          <p:cNvPr id="4" name="AccentBar"/>
          <p:cNvSpPr/>
          <p:nvPr/>
        </p:nvSpPr>
        <p:spPr>
          <a:xfrm>
            <a:off x="548640" y="457200"/>
            <a:ext cx="822960" cy="50292"/>
          </a:xfrm>
          <a:prstGeom prst="rect">
            <a:avLst/>
          </a:prstGeom>
          <a:solidFill>
            <a:srgbClr val="2E6FA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"/>
          <p:cNvSpPr txBox="1"/>
          <p:nvPr/>
        </p:nvSpPr>
        <p:spPr>
          <a:xfrm>
            <a:off x="548640" y="41148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</a:rPr>
              <a:t>总结与致谢</a:t>
            </a:r>
          </a:p>
        </p:txBody>
      </p:sp>
      <p:sp>
        <p:nvSpPr>
          <p:cNvPr id="3" name="SlideBody"/>
          <p:cNvSpPr txBox="1"/>
          <p:nvPr/>
        </p:nvSpPr>
        <p:spPr>
          <a:xfrm>
            <a:off x="822960" y="1600200"/>
            <a:ext cx="10546080" cy="47091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1800" b="0" dirty="0">
                <a:solidFill>
                  <a:srgbClr val="1A1A1A"/>
                </a:solidFill>
              </a:rPr>
              <a:t>•  回顾：ZonScale 测试 的关键结论</a:t>
            </a:r>
          </a:p>
          <a:p>
            <a:pPr algn="l"/>
            <a:r>
              <a:rPr lang="zh-CN" altLang="en-US" sz="1800" b="0" dirty="0">
                <a:solidFill>
                  <a:srgbClr val="5A6B7B"/>
                </a:solidFill>
              </a:rPr>
              <a:t>•  Q &amp; A</a:t>
            </a:r>
          </a:p>
        </p:txBody>
      </p:sp>
      <p:sp>
        <p:nvSpPr>
          <p:cNvPr id="4" name="AccentBar"/>
          <p:cNvSpPr/>
          <p:nvPr/>
        </p:nvSpPr>
        <p:spPr>
          <a:xfrm>
            <a:off x="548640" y="457200"/>
            <a:ext cx="822960" cy="50292"/>
          </a:xfrm>
          <a:prstGeom prst="rect">
            <a:avLst/>
          </a:prstGeom>
          <a:solidFill>
            <a:srgbClr val="2E6FA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Mono">
  <a:themeElements>
    <a:clrScheme name="Minimal Mono">
      <a:dk1>
        <a:srgbClr val="1A1A1A"/>
      </a:dk1>
      <a:lt1>
        <a:srgbClr val="FFFFFF"/>
      </a:lt1>
      <a:dk2>
        <a:srgbClr val="5A6B7B"/>
      </a:dk2>
      <a:lt2>
        <a:srgbClr val="FFFFFF"/>
      </a:lt2>
      <a:accent1>
        <a:srgbClr val="2E6FA3"/>
      </a:accent1>
      <a:accent2>
        <a:srgbClr val="5A6B7B"/>
      </a:accent2>
      <a:accent3>
        <a:srgbClr val="1A1A1A"/>
      </a:accent3>
      <a:accent4>
        <a:srgbClr val="888888"/>
      </a:accent4>
      <a:accent5>
        <a:srgbClr val="666666"/>
      </a:accent5>
      <a:accent6>
        <a:srgbClr val="444444"/>
      </a:accent6>
      <a:hlink>
        <a:srgbClr val="2E6FA3"/>
      </a:hlink>
      <a:folHlink>
        <a:srgbClr val="5A6B7B"/>
      </a:folHlink>
    </a:clrScheme>
    <a:fontScheme name="Minimal Mono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Minimal Mono">
      <a:fillStyleLst>
        <a:solidFill>
          <a:srgbClr val="FFFFFF"/>
        </a:solidFill>
        <a:solidFill>
          <a:srgbClr val="2E6FA3"/>
        </a:solidFill>
        <a:solidFill>
          <a:srgbClr val="5A6B7B"/>
        </a:solidFill>
      </a:fillStyleLst>
      <a:lnStyleLst>
        <a:ln w="9525">
          <a:solidFill>
            <a:srgbClr val="5A6B7B"/>
          </a:solidFill>
        </a:ln>
        <a:ln w="19050">
          <a:solidFill>
            <a:srgbClr val="1A1A1A"/>
          </a:solidFill>
        </a:ln>
        <a:ln w="28575">
          <a:solidFill>
            <a:srgbClr val="2E6FA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2E6FA3"/>
        </a:solidFill>
        <a:solidFill>
          <a:srgbClr val="5A6B7B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ZonScale</Application>
  <PresentationFormat>On-screen Show (16:9)</PresentationFormat>
  <Slides>4</Slides>
  <Notes>0</Notes>
  <HiddenSlides>0</HiddenSlides>
  <MMClips>0</MMClips>
  <ScaleCrop>false</ScaleCrop>
  <Company>ZonScale</Company>
  <AppVersion>2.0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ZonScale 测试（产品发布）</dc:title>
  <dc:creator>ZonScale</dc:creator>
  <cp:lastModifiedBy>ZonScale</cp:lastModifiedBy>
  <dcterms:created xsi:type="dcterms:W3CDTF">2026-08-29T09:20:25.735Z</dcterms:created>
  <dcterms:modified xsi:type="dcterms:W3CDTF">2026-08-29T09:20:25.735Z</dcterms:modified>
</cp:coreProperties>
</file>