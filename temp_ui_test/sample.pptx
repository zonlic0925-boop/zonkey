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ZonScale PPT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UI test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 for slide 2</a:t>
            </a:r>
          </a:p>
          <a:p>
            <a:r>
              <a:t>Bullet two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 for slide 3</a:t>
            </a:r>
          </a:p>
          <a:p>
            <a:r>
              <a:t>Bullet two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